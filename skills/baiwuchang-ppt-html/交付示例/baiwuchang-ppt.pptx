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2928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8555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182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928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8555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182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2928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8555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182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852" y="276944"/>
            <a:ext cx="1895885" cy="466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思源黑体"/>
                <a:ea typeface="思源黑体"/>
              </a:rPr>
              <a:t>AIxlab</a:t>
            </a:r>
          </a:p>
          <a:p>
            <a:pPr algn="l"/>
            <a:r>
              <a:rPr sz="800" b="0">
                <a:solidFill>
                  <a:srgbClr val="6E6E6E"/>
                </a:solidFill>
                <a:latin typeface="思源黑体"/>
                <a:ea typeface="思源黑体"/>
              </a:rPr>
              <a:t>BAIWUCHANG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5120" y="320672"/>
            <a:ext cx="3427177" cy="378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TEMPLATE      思源黑体      强调色</a:t>
            </a:r>
          </a:p>
          <a:p>
            <a:pPr algn="ctr"/>
            <a:r>
              <a:rPr sz="900" b="0">
                <a:solidFill>
                  <a:srgbClr val="6E6E6E"/>
                </a:solidFill>
                <a:latin typeface="思源黑体"/>
                <a:ea typeface="思源黑体"/>
              </a:rPr>
              <a:t>通用模板       Bold + Light      #39FF14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62775" y="291520"/>
            <a:ext cx="1239617" cy="32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01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9062" y="291520"/>
            <a:ext cx="306258" cy="306096"/>
          </a:xfrm>
          <a:prstGeom prst="round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119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6145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灰色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44" y="6544616"/>
            <a:ext cx="765646" cy="17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7368" y="6544616"/>
            <a:ext cx="135628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  <a:latin typeface="思源黑体"/>
                <a:ea typeface="思源黑体"/>
              </a:rPr>
              <a:t>T-01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344" y="1821998"/>
            <a:ext cx="4375120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思源黑体"/>
                <a:ea typeface="思源黑体"/>
              </a:rPr>
              <a:t>通用模板 · TEMPLATE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344" y="2069790"/>
            <a:ext cx="437512" cy="43728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761" y="2186397"/>
            <a:ext cx="5979330" cy="1821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000000"/>
                </a:solidFill>
                <a:latin typeface="思源黑体"/>
                <a:ea typeface="思源黑体"/>
              </a:rPr>
              <a:t>在此输入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000000"/>
                </a:solidFill>
                <a:latin typeface="思源黑体"/>
                <a:ea typeface="思源黑体"/>
              </a:rPr>
              <a:t>演示主标题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344" y="4081275"/>
            <a:ext cx="4812632" cy="65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04040"/>
                </a:solidFill>
                <a:latin typeface="思源黑体"/>
                <a:ea typeface="思源黑体"/>
              </a:rPr>
              <a:t>副标题占位：用一句话清晰描述本次演示的主题与价值，保持简洁有力。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8344" y="5028714"/>
            <a:ext cx="1225033" cy="364400"/>
          </a:xfrm>
          <a:prstGeom prst="round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思源黑体"/>
                <a:ea typeface="思源黑体"/>
              </a:rPr>
              <a:t>开始 / START</a:t>
            </a:r>
          </a:p>
        </p:txBody>
      </p:sp>
      <p:sp>
        <p:nvSpPr>
          <p:cNvPr id="24" name="Oval 23"/>
          <p:cNvSpPr/>
          <p:nvPr/>
        </p:nvSpPr>
        <p:spPr>
          <a:xfrm>
            <a:off x="7802297" y="1821998"/>
            <a:ext cx="3427177" cy="3425356"/>
          </a:xfrm>
          <a:prstGeom prst="ellipse">
            <a:avLst/>
          </a:prstGeom>
          <a:gradFill rotWithShape="1">
            <a:gsLst>
              <a:gs pos="0">
                <a:srgbClr val="39FF14"/>
              </a:gs>
              <a:gs pos="100000">
                <a:srgbClr val="D6FFC8"/>
              </a:gs>
            </a:gsLst>
            <a:lin scaled="0" ang="18900000"/>
          </a:gradFill>
          <a:ln>
            <a:noFill/>
          </a:ln>
          <a:effectLst/>
          <a:effectLst>
            <a:softEdge rad="36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_image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593" y="2004198"/>
            <a:ext cx="3062584" cy="3060956"/>
          </a:xfrm>
          <a:prstGeom prst="rect">
            <a:avLst/>
          </a:prstGeom>
          <a:effectLst>
            <a:softEdge rad="180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2928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8555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182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928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8555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182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2928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8555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182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852" y="276944"/>
            <a:ext cx="1895885" cy="466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思源黑体"/>
                <a:ea typeface="思源黑体"/>
              </a:rPr>
              <a:t>AIxlab</a:t>
            </a:r>
          </a:p>
          <a:p>
            <a:pPr algn="l"/>
            <a:r>
              <a:rPr sz="800" b="0">
                <a:solidFill>
                  <a:srgbClr val="6E6E6E"/>
                </a:solidFill>
                <a:latin typeface="思源黑体"/>
                <a:ea typeface="思源黑体"/>
              </a:rPr>
              <a:t>BAIWUCHANG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5120" y="320672"/>
            <a:ext cx="3427177" cy="378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TEMPLATE      思源黑体      强调色</a:t>
            </a:r>
          </a:p>
          <a:p>
            <a:pPr algn="ctr"/>
            <a:r>
              <a:rPr sz="900" b="0">
                <a:solidFill>
                  <a:srgbClr val="6E6E6E"/>
                </a:solidFill>
                <a:latin typeface="思源黑体"/>
                <a:ea typeface="思源黑体"/>
              </a:rPr>
              <a:t>通用模板       Bold + Light      #39FF14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62775" y="291520"/>
            <a:ext cx="1239617" cy="32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02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9062" y="291520"/>
            <a:ext cx="306258" cy="306096"/>
          </a:xfrm>
          <a:prstGeom prst="round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119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6145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灰色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44" y="6544616"/>
            <a:ext cx="765646" cy="17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7368" y="6544616"/>
            <a:ext cx="135628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  <a:latin typeface="思源黑体"/>
                <a:ea typeface="思源黑体"/>
              </a:rPr>
              <a:t>T-02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344" y="2332157"/>
            <a:ext cx="3427177" cy="2186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39FF14"/>
                </a:solidFill>
                <a:latin typeface="思源黑体"/>
                <a:ea typeface="思源黑体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6794" y="1821998"/>
            <a:ext cx="4375120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思源黑体"/>
                <a:ea typeface="思源黑体"/>
              </a:rPr>
              <a:t>章节 · SECTION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6794" y="2069790"/>
            <a:ext cx="437512" cy="43728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6794" y="2186397"/>
            <a:ext cx="6854354" cy="80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思源黑体"/>
                <a:ea typeface="思源黑体"/>
              </a:rPr>
              <a:t>章节标题占位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6794" y="3060956"/>
            <a:ext cx="6562679" cy="51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04040"/>
                </a:solidFill>
                <a:latin typeface="思源黑体"/>
                <a:ea typeface="思源黑体"/>
              </a:rPr>
              <a:t>本章节概述：用一两句话说明这一部分要讲的内容范围与重点。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6794" y="4103139"/>
            <a:ext cx="7437703" cy="7288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25129" y="4103139"/>
            <a:ext cx="72919" cy="72880"/>
          </a:xfrm>
          <a:prstGeom prst="ellipse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1388" y="3971955"/>
            <a:ext cx="583349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思源黑体"/>
                <a:ea typeface="思源黑体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818" y="3971955"/>
            <a:ext cx="3645933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思源黑体"/>
                <a:ea typeface="思源黑体"/>
              </a:rPr>
              <a:t>要点条目一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6794" y="4613299"/>
            <a:ext cx="7437703" cy="7288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25129" y="4613299"/>
            <a:ext cx="72919" cy="72880"/>
          </a:xfrm>
          <a:prstGeom prst="ellipse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1388" y="4482115"/>
            <a:ext cx="583349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思源黑体"/>
                <a:ea typeface="思源黑体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1818" y="4482115"/>
            <a:ext cx="3645933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思源黑体"/>
                <a:ea typeface="思源黑体"/>
              </a:rPr>
              <a:t>要点条目二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6794" y="5123458"/>
            <a:ext cx="7437703" cy="7288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25129" y="5123458"/>
            <a:ext cx="72919" cy="72880"/>
          </a:xfrm>
          <a:prstGeom prst="ellipse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1388" y="4992274"/>
            <a:ext cx="583349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思源黑体"/>
                <a:ea typeface="思源黑体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1818" y="4992274"/>
            <a:ext cx="3645933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思源黑体"/>
                <a:ea typeface="思源黑体"/>
              </a:rPr>
              <a:t>要点条目三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2928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8555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182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928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8555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182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2928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8555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182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852" y="276944"/>
            <a:ext cx="1895885" cy="466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思源黑体"/>
                <a:ea typeface="思源黑体"/>
              </a:rPr>
              <a:t>AIxlab</a:t>
            </a:r>
          </a:p>
          <a:p>
            <a:pPr algn="l"/>
            <a:r>
              <a:rPr sz="800" b="0">
                <a:solidFill>
                  <a:srgbClr val="6E6E6E"/>
                </a:solidFill>
                <a:latin typeface="思源黑体"/>
                <a:ea typeface="思源黑体"/>
              </a:rPr>
              <a:t>BAIWUCHANG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5120" y="320672"/>
            <a:ext cx="3427177" cy="378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TEMPLATE      思源黑体      强调色</a:t>
            </a:r>
          </a:p>
          <a:p>
            <a:pPr algn="ctr"/>
            <a:r>
              <a:rPr sz="900" b="0">
                <a:solidFill>
                  <a:srgbClr val="6E6E6E"/>
                </a:solidFill>
                <a:latin typeface="思源黑体"/>
                <a:ea typeface="思源黑体"/>
              </a:rPr>
              <a:t>通用模板       Bold + Light      #39FF14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62775" y="291520"/>
            <a:ext cx="1239617" cy="32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03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9062" y="291520"/>
            <a:ext cx="306258" cy="306096"/>
          </a:xfrm>
          <a:prstGeom prst="round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119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6145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灰色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44" y="6544616"/>
            <a:ext cx="765646" cy="17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7368" y="6544616"/>
            <a:ext cx="135628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  <a:latin typeface="思源黑体"/>
                <a:ea typeface="思源黑体"/>
              </a:rPr>
              <a:t>T-03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344" y="1457598"/>
            <a:ext cx="4375120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思源黑体"/>
                <a:ea typeface="思源黑体"/>
              </a:rPr>
              <a:t>CHAPTER 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344" y="1705390"/>
            <a:ext cx="437512" cy="43728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761" y="1821998"/>
            <a:ext cx="5104306" cy="80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思源黑体"/>
                <a:ea typeface="思源黑体"/>
              </a:rPr>
              <a:t>大标题占位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344" y="2769437"/>
            <a:ext cx="5250144" cy="80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404040"/>
                </a:solidFill>
                <a:latin typeface="思源黑体"/>
                <a:ea typeface="思源黑体"/>
              </a:rPr>
              <a:t>正文段落占位：这里是常规内容区，用细体承载主要叙述。可写背景、方法或结论，建议每段控制在 2–4 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344" y="3643996"/>
            <a:ext cx="5250144" cy="65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404040"/>
                </a:solidFill>
                <a:latin typeface="思源黑体"/>
                <a:ea typeface="思源黑体"/>
              </a:rPr>
              <a:t>第二段正文占位：右侧黑底高亮指标可与正文形成主次对比，让重点一眼可见。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04402" y="1093199"/>
            <a:ext cx="3179254" cy="437279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6077" y="2623677"/>
            <a:ext cx="2625072" cy="87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9FF14"/>
                </a:solidFill>
                <a:latin typeface="思源黑体"/>
                <a:ea typeface="思源黑体"/>
              </a:rP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6077" y="3425356"/>
            <a:ext cx="2625072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思源黑体"/>
                <a:ea typeface="思源黑体"/>
              </a:rPr>
              <a:t>关键指标标题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6077" y="3789756"/>
            <a:ext cx="2595904" cy="72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6077" y="3935515"/>
            <a:ext cx="2625072" cy="87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C8C8"/>
                </a:solidFill>
                <a:latin typeface="思源黑体"/>
                <a:ea typeface="思源黑体"/>
              </a:rPr>
              <a:t>对该指标的简短说明：一句话解释它代表什么、为什么重要。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2928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8555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182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928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8555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182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2928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8555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182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852" y="276944"/>
            <a:ext cx="1895885" cy="466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思源黑体"/>
                <a:ea typeface="思源黑体"/>
              </a:rPr>
              <a:t>AIxlab</a:t>
            </a:r>
          </a:p>
          <a:p>
            <a:pPr algn="l"/>
            <a:r>
              <a:rPr sz="800" b="0">
                <a:solidFill>
                  <a:srgbClr val="6E6E6E"/>
                </a:solidFill>
                <a:latin typeface="思源黑体"/>
                <a:ea typeface="思源黑体"/>
              </a:rPr>
              <a:t>BAIWUCHANG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5120" y="320672"/>
            <a:ext cx="3427177" cy="378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TEMPLATE      思源黑体      强调色</a:t>
            </a:r>
          </a:p>
          <a:p>
            <a:pPr algn="ctr"/>
            <a:r>
              <a:rPr sz="900" b="0">
                <a:solidFill>
                  <a:srgbClr val="6E6E6E"/>
                </a:solidFill>
                <a:latin typeface="思源黑体"/>
                <a:ea typeface="思源黑体"/>
              </a:rPr>
              <a:t>通用模板       Bold + Light      #39FF14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62775" y="291520"/>
            <a:ext cx="1239617" cy="32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04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9062" y="291520"/>
            <a:ext cx="306258" cy="306096"/>
          </a:xfrm>
          <a:prstGeom prst="round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119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6145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灰色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44" y="6544616"/>
            <a:ext cx="765646" cy="17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7368" y="6544616"/>
            <a:ext cx="135628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  <a:latin typeface="思源黑体"/>
                <a:ea typeface="思源黑体"/>
              </a:rPr>
              <a:t>T-04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761" y="1238959"/>
            <a:ext cx="5104306" cy="7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思源黑体"/>
                <a:ea typeface="思源黑体"/>
              </a:rPr>
              <a:t>三栏要点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1866" y="1384718"/>
            <a:ext cx="4491789" cy="58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04040"/>
                </a:solidFill>
                <a:latin typeface="思源黑体"/>
                <a:ea typeface="思源黑体"/>
              </a:rPr>
              <a:t>用三张卡片并列呈现要点，可将其中一张设为强调色高亮。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344" y="2405037"/>
            <a:ext cx="3645933" cy="31338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268" y="2652829"/>
            <a:ext cx="3208421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E6E6E"/>
                </a:solidFill>
                <a:latin typeface="思源黑体"/>
                <a:ea typeface="思源黑体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68" y="2973501"/>
            <a:ext cx="3208421" cy="36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思源黑体"/>
                <a:ea typeface="思源黑体"/>
              </a:rPr>
              <a:t>要点标题一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68" y="3425356"/>
            <a:ext cx="3208421" cy="116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404040"/>
                </a:solidFill>
                <a:latin typeface="思源黑体"/>
                <a:ea typeface="思源黑体"/>
              </a:rPr>
              <a:t>要点说明占位：用一两句话描述该要点的核心内容。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268" y="4955834"/>
            <a:ext cx="335426" cy="33524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3033" y="2405037"/>
            <a:ext cx="3645933" cy="3133836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0957" y="2652829"/>
            <a:ext cx="3208421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思源黑体"/>
                <a:ea typeface="思源黑体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0957" y="2973501"/>
            <a:ext cx="3208421" cy="36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思源黑体"/>
                <a:ea typeface="思源黑体"/>
              </a:rPr>
              <a:t>要点标题二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0957" y="3425356"/>
            <a:ext cx="3208421" cy="116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000000"/>
                </a:solidFill>
                <a:latin typeface="思源黑体"/>
                <a:ea typeface="思源黑体"/>
              </a:rPr>
              <a:t>高亮卡片：用强调色强调三项中最重要的一项。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0957" y="4955834"/>
            <a:ext cx="335426" cy="33524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7722" y="2405037"/>
            <a:ext cx="3645933" cy="31338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646" y="2652829"/>
            <a:ext cx="3208421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E6E6E"/>
                </a:solidFill>
                <a:latin typeface="思源黑体"/>
                <a:ea typeface="思源黑体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646" y="2973501"/>
            <a:ext cx="3208421" cy="36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思源黑体"/>
                <a:ea typeface="思源黑体"/>
              </a:rPr>
              <a:t>要点标题三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646" y="3425356"/>
            <a:ext cx="3208421" cy="116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404040"/>
                </a:solidFill>
                <a:latin typeface="思源黑体"/>
                <a:ea typeface="思源黑体"/>
              </a:rPr>
              <a:t>要点说明占位：用一两句话描述该要点的核心内容。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85646" y="4955834"/>
            <a:ext cx="335426" cy="33524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2928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8555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182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928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8555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182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2928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8555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182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852" y="276944"/>
            <a:ext cx="1895885" cy="466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思源黑体"/>
                <a:ea typeface="思源黑体"/>
              </a:rPr>
              <a:t>AIxlab</a:t>
            </a:r>
          </a:p>
          <a:p>
            <a:pPr algn="l"/>
            <a:r>
              <a:rPr sz="800" b="0">
                <a:solidFill>
                  <a:srgbClr val="6E6E6E"/>
                </a:solidFill>
                <a:latin typeface="思源黑体"/>
                <a:ea typeface="思源黑体"/>
              </a:rPr>
              <a:t>BAIWUCHANG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5120" y="320672"/>
            <a:ext cx="3427177" cy="378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TEMPLATE      思源黑体      强调色</a:t>
            </a:r>
          </a:p>
          <a:p>
            <a:pPr algn="ctr"/>
            <a:r>
              <a:rPr sz="900" b="0">
                <a:solidFill>
                  <a:srgbClr val="6E6E6E"/>
                </a:solidFill>
                <a:latin typeface="思源黑体"/>
                <a:ea typeface="思源黑体"/>
              </a:rPr>
              <a:t>通用模板       Bold + Light      #39FF14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62775" y="291520"/>
            <a:ext cx="1239617" cy="32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05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9062" y="291520"/>
            <a:ext cx="306258" cy="306096"/>
          </a:xfrm>
          <a:prstGeom prst="round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119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6145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灰色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44" y="6544616"/>
            <a:ext cx="765646" cy="17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7368" y="6544616"/>
            <a:ext cx="135628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  <a:latin typeface="思源黑体"/>
                <a:ea typeface="思源黑体"/>
              </a:rPr>
              <a:t>T-05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344" y="1238959"/>
            <a:ext cx="4375120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思源黑体"/>
                <a:ea typeface="思源黑体"/>
              </a:rPr>
              <a:t>关键数据 ·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344" y="1486750"/>
            <a:ext cx="437512" cy="43728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761" y="1617934"/>
            <a:ext cx="5104306" cy="72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思源黑体"/>
                <a:ea typeface="思源黑体"/>
              </a:rPr>
              <a:t>用数据说话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344" y="2769437"/>
            <a:ext cx="2625072" cy="21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8344" y="2886045"/>
            <a:ext cx="2625072" cy="58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思源黑体"/>
                <a:ea typeface="思源黑体"/>
              </a:rPr>
              <a:t>86%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344" y="3571116"/>
            <a:ext cx="2625072" cy="24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指标一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344" y="3862635"/>
            <a:ext cx="2625072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思源黑体"/>
                <a:ea typeface="思源黑体"/>
              </a:rPr>
              <a:t>简短说明文字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344" y="4227035"/>
            <a:ext cx="2625072" cy="583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8344" y="4227035"/>
            <a:ext cx="2253187" cy="58304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52172" y="2769437"/>
            <a:ext cx="2625072" cy="21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52172" y="2886045"/>
            <a:ext cx="2625072" cy="58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9FF14"/>
                </a:solidFill>
                <a:latin typeface="思源黑体"/>
                <a:ea typeface="思源黑体"/>
              </a:rPr>
              <a:t>3.6x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2172" y="3571116"/>
            <a:ext cx="2625072" cy="24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指标二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52172" y="3862635"/>
            <a:ext cx="2625072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思源黑体"/>
                <a:ea typeface="思源黑体"/>
              </a:rPr>
              <a:t>简短说明文字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52172" y="4227035"/>
            <a:ext cx="2625072" cy="583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52172" y="4227035"/>
            <a:ext cx="1888593" cy="58304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6000" y="2769437"/>
            <a:ext cx="2625072" cy="21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0" y="2886045"/>
            <a:ext cx="2625072" cy="58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思源黑体"/>
                <a:ea typeface="思源黑体"/>
              </a:rPr>
              <a:t>127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3571116"/>
            <a:ext cx="2625072" cy="24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指标三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0" y="3862635"/>
            <a:ext cx="2625072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思源黑体"/>
                <a:ea typeface="思源黑体"/>
              </a:rPr>
              <a:t>简短说明文字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0" y="4227035"/>
            <a:ext cx="2625072" cy="583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0" y="4227035"/>
            <a:ext cx="1677129" cy="58304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39828" y="2769437"/>
            <a:ext cx="2625072" cy="2186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39828" y="2886045"/>
            <a:ext cx="2625072" cy="58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思源黑体"/>
                <a:ea typeface="思源黑体"/>
              </a:rPr>
              <a:t>99%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9828" y="3571116"/>
            <a:ext cx="2625072" cy="24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指标四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39828" y="3862635"/>
            <a:ext cx="2625072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思源黑体"/>
                <a:ea typeface="思源黑体"/>
              </a:rPr>
              <a:t>简短说明文字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39828" y="4227035"/>
            <a:ext cx="2625072" cy="583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39828" y="4227035"/>
            <a:ext cx="2595904" cy="58304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2928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8555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182" y="320672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2928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8555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182" y="386264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2928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8555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182" y="451855"/>
            <a:ext cx="36459" cy="3644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852" y="276944"/>
            <a:ext cx="1895885" cy="466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思源黑体"/>
                <a:ea typeface="思源黑体"/>
              </a:rPr>
              <a:t>AIxlab</a:t>
            </a:r>
          </a:p>
          <a:p>
            <a:pPr algn="l"/>
            <a:r>
              <a:rPr sz="800" b="0">
                <a:solidFill>
                  <a:srgbClr val="6E6E6E"/>
                </a:solidFill>
                <a:latin typeface="思源黑体"/>
                <a:ea typeface="思源黑体"/>
              </a:rPr>
              <a:t>BAIWUCHANG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5120" y="320672"/>
            <a:ext cx="3427177" cy="378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思源黑体"/>
                <a:ea typeface="思源黑体"/>
              </a:rPr>
              <a:t>TEMPLATE      思源黑体      强调色</a:t>
            </a:r>
          </a:p>
          <a:p>
            <a:pPr algn="ctr"/>
            <a:r>
              <a:rPr sz="900" b="0">
                <a:solidFill>
                  <a:srgbClr val="6E6E6E"/>
                </a:solidFill>
                <a:latin typeface="思源黑体"/>
                <a:ea typeface="思源黑体"/>
              </a:rPr>
              <a:t>通用模板       Bold + Light      #39FF14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62775" y="291520"/>
            <a:ext cx="1239617" cy="32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06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9062" y="291520"/>
            <a:ext cx="306258" cy="306096"/>
          </a:xfrm>
          <a:prstGeom prst="round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>
                <a:solidFill>
                  <a:srgbClr val="000000"/>
                </a:solidFill>
                <a:latin typeface="思源黑体"/>
                <a:ea typeface="思源黑体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8119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6145"/>
            <a:ext cx="12192000" cy="14576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灰色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44" y="6544616"/>
            <a:ext cx="765646" cy="17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7368" y="6544616"/>
            <a:ext cx="135628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E6E6E"/>
                </a:solidFill>
                <a:latin typeface="思源黑体"/>
                <a:ea typeface="思源黑体"/>
              </a:rPr>
              <a:t>T-06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344" y="1821998"/>
            <a:ext cx="4375120" cy="262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思源黑体"/>
                <a:ea typeface="思源黑体"/>
              </a:rPr>
              <a:t>结束 · THE 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344" y="2069790"/>
            <a:ext cx="437512" cy="43728"/>
          </a:xfrm>
          <a:prstGeom prst="rect">
            <a:avLst/>
          </a:prstGeom>
          <a:solidFill>
            <a:srgbClr val="39F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761" y="2332157"/>
            <a:ext cx="8021053" cy="116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思源黑体"/>
                <a:ea typeface="思源黑体"/>
              </a:rPr>
              <a:t>谢谢</a:t>
            </a:r>
            <a:r>
              <a:rPr sz="6000" b="1">
                <a:solidFill>
                  <a:srgbClr val="39FF14"/>
                </a:solidFill>
                <a:latin typeface="思源黑体"/>
                <a:ea typeface="思源黑体"/>
              </a:rPr>
              <a:t>观看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344" y="3789756"/>
            <a:ext cx="5541818" cy="51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404040"/>
                </a:solidFill>
                <a:latin typeface="思源黑体"/>
                <a:ea typeface="思源黑体"/>
              </a:rPr>
              <a:t>结束语占位：可在此致谢、留下一句号召或总结，并附上联系方式。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344" y="4664315"/>
            <a:ext cx="233339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思源黑体"/>
                <a:ea typeface="思源黑体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344" y="4882954"/>
            <a:ext cx="2333397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思源黑体"/>
                <a:ea typeface="思源黑体"/>
              </a:rPr>
              <a:t>hello@aixlab.com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5904" y="4664315"/>
            <a:ext cx="233339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思源黑体"/>
                <a:ea typeface="思源黑体"/>
              </a:rPr>
              <a:t>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5904" y="4882954"/>
            <a:ext cx="2333397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思源黑体"/>
                <a:ea typeface="思源黑体"/>
              </a:rPr>
              <a:t>aixlab.com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3464" y="4664315"/>
            <a:ext cx="2333397" cy="21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思源黑体"/>
                <a:ea typeface="思源黑体"/>
              </a:rPr>
              <a:t>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3464" y="4882954"/>
            <a:ext cx="2333397" cy="29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思源黑体"/>
                <a:ea typeface="思源黑体"/>
              </a:rPr>
              <a:t>AIxlab · Baiwuchang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